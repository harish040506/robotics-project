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Times New Roman Bold" panose="02020803070505020304" pitchFamily="18" charset="0"/>
      <p:regular r:id="rId17"/>
      <p:bold r:id="rId18"/>
    </p:embeddedFont>
    <p:embeddedFont>
      <p:font typeface="Times New Roman MT" panose="020B0604020202020204" charset="0"/>
      <p:regular r:id="rId19"/>
    </p:embeddedFont>
    <p:embeddedFont>
      <p:font typeface="Times New Roman MT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83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6050" y="2912745"/>
            <a:ext cx="16208776" cy="223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6000" b="1" spc="30" dirty="0">
                <a:solidFill>
                  <a:srgbClr val="2B2C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Deep Learning–Based Visual Grasp Quality Estimation and Pick Verification Using a 4-DOF Robotic Arm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16050" y="6339289"/>
            <a:ext cx="8737550" cy="2813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-11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Harish Manukonda      CB.SC.U4AIE24115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Neeraj T                         CB.SC.U4AIE24141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Puneeth Kumar             CB.SC.U4AIE24146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Siddarth Sankar            CB.SC.U4AIE24151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7633" y="828675"/>
            <a:ext cx="8076367" cy="89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spc="1180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41270"/>
            <a:ext cx="15997143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Robotic grasping is a fundamental task in manipulation and automation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Reliable grasp selection is necessary for successful pick-and-place operations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Vision-based perception provides information about object shape and location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Learning-based approaches enable better decision-making compared to fixed rules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project investigates visual grasp evaluation using deep learning techniques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7727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85404"/>
            <a:ext cx="11087100" cy="89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spc="1180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22183"/>
            <a:ext cx="14655285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Conventional grasping methods rely on heuristics or manual tuning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approaches fail under object variability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Grasp failures are often detected only after task failure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Lack of post-grasp verification reduces system reliability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vision-based learning framework is required for robust grasp assessment 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7727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9397" y="828675"/>
            <a:ext cx="14751506" cy="89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spc="1180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 OF THE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22182"/>
            <a:ext cx="14612203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estimate grasp quality using visual information </a:t>
            </a: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select suitable grasps before execution </a:t>
            </a: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verify successful pick after grasp execution </a:t>
            </a: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perform color-based object sorting </a:t>
            </a: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validate the approach on a 4-DOF robotic arm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7727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04875"/>
            <a:ext cx="16230600" cy="183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spc="118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MAPPING OBJECTIVES TO COURSE SCOPE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6554" y="3320636"/>
            <a:ext cx="16230600" cy="44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Machine Learning: Deep learning for grasp quality prediction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Computer Vision: Image acquisition, preprocessing, and color detection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Robotics: Motion control and kinematics of a 4-DOF robotic arm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Automation: Pick-and-place operations and object sorting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2701199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25974"/>
            <a:ext cx="14820900" cy="89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1180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OVERALL SYSTEM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94507"/>
            <a:ext cx="13949482" cy="780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Capture visual input from the workspace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Preprocess the acquired image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 grasp quality using a trained model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the optimal grasp pose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Execute grasp and lift the object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pick success using visual feedback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 the object based on its color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7727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0637" y="828675"/>
            <a:ext cx="16230600" cy="19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118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PROCEDURE: VISUAL GRASP QUALITY ESTIMATION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72575" y="2992956"/>
            <a:ext cx="16086725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RGB image of the workspace is captured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 is resized and normalized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Candidate grasp regions are identified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Grasp quality score is predicted for each candidate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grasp with highest confidence is selected 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711" y="2701199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4780" y="828675"/>
            <a:ext cx="15070813" cy="9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spc="118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PROCEDURE: GRASP EXECUTION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08440"/>
            <a:ext cx="15497877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Robotic arm moves to the selected grasp position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Servo motors actuate individual joints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Gripper aligns with the object orientation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Gripper closes with controlled force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is lifted to a safe height 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7727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1924" y="828675"/>
            <a:ext cx="16414075" cy="89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spc="1180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PROCEDURE: PICK VERIFICATION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93477"/>
            <a:ext cx="10758012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Post-grasp image is captured after lifting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Visual check is performed to confirm object presence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Stability of the grasp is assessed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Failed grasps are rejected 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Only verified picks proceed to sorting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7727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28675"/>
            <a:ext cx="17030700" cy="1826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spc="1180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PROCEDURE: COLOR-BASED OBJECT SORTING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25165"/>
            <a:ext cx="16230600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 color is analyzed after successful pick verification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Dominant color features are extracted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 is classified into predefined color categories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Robotic arm moves to corresponding placement location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 is released into designated area 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2749233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987" y="785404"/>
            <a:ext cx="17259300" cy="19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119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REQUIRED HARDWARE COMPONENTS (ALREADY AQUIRED)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016935"/>
            <a:ext cx="12379063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4-DOF robotic arm structure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Servo motors for joint actuation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Gripper mechanism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RGB camera for visual sensing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Power supply and connecting wires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711" y="2701199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636" y="828675"/>
            <a:ext cx="16600782" cy="19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118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CONTROLLER AND SOFTWARE TOOLS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41053"/>
            <a:ext cx="16220718" cy="638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Controller:</a:t>
            </a: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PWM signals for servo motors 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Handles real-time joint control 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Communicates with PC through serial interface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39"/>
              </a:lnSpc>
            </a:pPr>
            <a:r>
              <a:rPr lang="en-US" sz="3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Software tools: 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 for system integration 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OpenCV for image processing 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TensorFlow or PyTorch for deep learning 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38593" y="2701199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60616"/>
            <a:ext cx="16230600" cy="183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116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 COMPUTATIONAL APPROACH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52782"/>
            <a:ext cx="16230600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Vision-driven perception pipeline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Deep learning-based grasp evaluation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Decision logic for grasp selection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Visual feedback for pick verification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Rule-based color sorting strategy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711" y="300021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8420" y="828675"/>
            <a:ext cx="15691724" cy="9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spc="118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PLANNED EVALUATION METRICS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36503"/>
            <a:ext cx="15851506" cy="44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Grasp success rate across multiple trials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Pick verification accuracy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sorting accuracy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consistency during repeated runs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7727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8058" y="828675"/>
            <a:ext cx="12984123" cy="9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 b="1" spc="118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WEEK TIMELINE (PLANNED)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900273"/>
            <a:ext cx="13182838" cy="44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1: Literature review and system design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2: Model selection and training 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3: Pick verification and integration planning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Week 4: Color sorting integration and evaluation planning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7727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616</Words>
  <Application>Microsoft Office PowerPoint</Application>
  <PresentationFormat>Custom</PresentationFormat>
  <Paragraphs>145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Times New Roman Bold</vt:lpstr>
      <vt:lpstr>Times New Roman MT Bold</vt:lpstr>
      <vt:lpstr>Calibri</vt:lpstr>
      <vt:lpstr>Arial</vt:lpstr>
      <vt:lpstr>Times New Roman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Robotics</dc:title>
  <cp:lastModifiedBy>HARISH</cp:lastModifiedBy>
  <cp:revision>2</cp:revision>
  <dcterms:created xsi:type="dcterms:W3CDTF">2006-08-16T00:00:00Z</dcterms:created>
  <dcterms:modified xsi:type="dcterms:W3CDTF">2026-03-11T13:56:49Z</dcterms:modified>
  <dc:identifier>DAG_DEc5T6k</dc:identifier>
</cp:coreProperties>
</file>